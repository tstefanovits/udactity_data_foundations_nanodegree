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embeddedFontLst>
    <p:embeddedFont>
      <p:font typeface="Open Sans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bold.fntdata"/><Relationship Id="rId10" Type="http://schemas.openxmlformats.org/officeDocument/2006/relationships/font" Target="fonts/OpenSans-regular.fntdata"/><Relationship Id="rId13" Type="http://schemas.openxmlformats.org/officeDocument/2006/relationships/font" Target="fonts/OpenSans-boldItalic.fntdata"/><Relationship Id="rId12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Shape 5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Shape 7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Shape 7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>
            <p:ph idx="1" type="body"/>
          </p:nvPr>
        </p:nvSpPr>
        <p:spPr>
          <a:xfrm>
            <a:off x="2471100" y="971550"/>
            <a:ext cx="4201800" cy="32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pen Sans"/>
                <a:ea typeface="Open Sans"/>
                <a:cs typeface="Open Sans"/>
                <a:sym typeface="Open Sans"/>
              </a:rPr>
              <a:t>Please make a copy! </a:t>
            </a:r>
            <a:endParaRPr sz="3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File -&gt; Make a Copy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Remember to include your workbook and this presentation in your submission!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/>
          <p:nvPr>
            <p:ph idx="1" type="body"/>
          </p:nvPr>
        </p:nvSpPr>
        <p:spPr>
          <a:xfrm>
            <a:off x="5158200" y="1418450"/>
            <a:ext cx="3591300" cy="3072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&lt;description&gt;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" name="Shape 60"/>
          <p:cNvSpPr/>
          <p:nvPr/>
        </p:nvSpPr>
        <p:spPr>
          <a:xfrm>
            <a:off x="354300" y="1418450"/>
            <a:ext cx="4550700" cy="307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r>
              <a:rPr lang="en">
                <a:solidFill>
                  <a:schemeClr val="dk1"/>
                </a:solidFill>
              </a:rPr>
              <a:t>visualization or summary statistics used for finding</a:t>
            </a:r>
            <a:r>
              <a:rPr lang="en"/>
              <a:t>&gt;</a:t>
            </a:r>
            <a:endParaRPr/>
          </a:p>
        </p:txBody>
      </p:sp>
      <p:sp>
        <p:nvSpPr>
          <p:cNvPr id="61" name="Shape 61"/>
          <p:cNvSpPr txBox="1"/>
          <p:nvPr>
            <p:ph type="title"/>
          </p:nvPr>
        </p:nvSpPr>
        <p:spPr>
          <a:xfrm>
            <a:off x="0" y="0"/>
            <a:ext cx="9144000" cy="795600"/>
          </a:xfrm>
          <a:prstGeom prst="rect">
            <a:avLst/>
          </a:prstGeom>
          <a:solidFill>
            <a:srgbClr val="073763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&lt;title&gt;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/>
          <p:nvPr>
            <p:ph idx="1" type="body"/>
          </p:nvPr>
        </p:nvSpPr>
        <p:spPr>
          <a:xfrm>
            <a:off x="5158200" y="1418450"/>
            <a:ext cx="3591300" cy="3072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&lt;description&gt;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Shape 67"/>
          <p:cNvSpPr/>
          <p:nvPr/>
        </p:nvSpPr>
        <p:spPr>
          <a:xfrm>
            <a:off x="354300" y="1418450"/>
            <a:ext cx="4550700" cy="307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r>
              <a:rPr lang="en">
                <a:solidFill>
                  <a:schemeClr val="dk1"/>
                </a:solidFill>
              </a:rPr>
              <a:t>visualization or summary statistics used for finding</a:t>
            </a:r>
            <a:r>
              <a:rPr lang="en"/>
              <a:t>&gt;</a:t>
            </a:r>
            <a:endParaRPr/>
          </a:p>
        </p:txBody>
      </p:sp>
      <p:sp>
        <p:nvSpPr>
          <p:cNvPr id="68" name="Shape 68"/>
          <p:cNvSpPr txBox="1"/>
          <p:nvPr>
            <p:ph type="title"/>
          </p:nvPr>
        </p:nvSpPr>
        <p:spPr>
          <a:xfrm>
            <a:off x="0" y="0"/>
            <a:ext cx="9144000" cy="795600"/>
          </a:xfrm>
          <a:prstGeom prst="rect">
            <a:avLst/>
          </a:prstGeom>
          <a:solidFill>
            <a:srgbClr val="073763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&lt;title&gt;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/>
          <p:nvPr>
            <p:ph idx="1" type="body"/>
          </p:nvPr>
        </p:nvSpPr>
        <p:spPr>
          <a:xfrm>
            <a:off x="5158200" y="1418450"/>
            <a:ext cx="3591300" cy="3072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&lt;description&gt;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Shape 74"/>
          <p:cNvSpPr/>
          <p:nvPr/>
        </p:nvSpPr>
        <p:spPr>
          <a:xfrm>
            <a:off x="354300" y="1418450"/>
            <a:ext cx="4550700" cy="307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r>
              <a:rPr lang="en">
                <a:solidFill>
                  <a:schemeClr val="dk1"/>
                </a:solidFill>
              </a:rPr>
              <a:t>visualization or summary statistics used for finding</a:t>
            </a:r>
            <a:r>
              <a:rPr lang="en"/>
              <a:t>&gt;</a:t>
            </a:r>
            <a:endParaRPr/>
          </a:p>
        </p:txBody>
      </p:sp>
      <p:sp>
        <p:nvSpPr>
          <p:cNvPr id="75" name="Shape 75"/>
          <p:cNvSpPr txBox="1"/>
          <p:nvPr>
            <p:ph type="title"/>
          </p:nvPr>
        </p:nvSpPr>
        <p:spPr>
          <a:xfrm>
            <a:off x="0" y="0"/>
            <a:ext cx="9144000" cy="795600"/>
          </a:xfrm>
          <a:prstGeom prst="rect">
            <a:avLst/>
          </a:prstGeom>
          <a:solidFill>
            <a:srgbClr val="073763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&lt;title&gt;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/>
          <p:nvPr>
            <p:ph idx="1" type="body"/>
          </p:nvPr>
        </p:nvSpPr>
        <p:spPr>
          <a:xfrm>
            <a:off x="5158200" y="1418450"/>
            <a:ext cx="3591300" cy="3072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&lt;description&gt;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Shape 81"/>
          <p:cNvSpPr/>
          <p:nvPr/>
        </p:nvSpPr>
        <p:spPr>
          <a:xfrm>
            <a:off x="354300" y="1418450"/>
            <a:ext cx="4550700" cy="307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r>
              <a:rPr lang="en">
                <a:solidFill>
                  <a:schemeClr val="dk1"/>
                </a:solidFill>
              </a:rPr>
              <a:t>visualization or summary statistics used for finding</a:t>
            </a:r>
            <a:r>
              <a:rPr lang="en"/>
              <a:t>&gt;</a:t>
            </a:r>
            <a:endParaRPr/>
          </a:p>
        </p:txBody>
      </p:sp>
      <p:sp>
        <p:nvSpPr>
          <p:cNvPr id="82" name="Shape 82"/>
          <p:cNvSpPr txBox="1"/>
          <p:nvPr>
            <p:ph type="title"/>
          </p:nvPr>
        </p:nvSpPr>
        <p:spPr>
          <a:xfrm>
            <a:off x="0" y="0"/>
            <a:ext cx="9144000" cy="795600"/>
          </a:xfrm>
          <a:prstGeom prst="rect">
            <a:avLst/>
          </a:prstGeom>
          <a:solidFill>
            <a:srgbClr val="073763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&lt;title&gt;</a:t>
            </a:r>
            <a:endParaRPr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